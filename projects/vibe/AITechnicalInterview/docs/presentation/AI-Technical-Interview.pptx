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812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6.jpg"/><Relationship Id="rId6" Type="http://schemas.openxmlformats.org/officeDocument/2006/relationships/hyperlink" Target="videos/demo-admin-panel.mp4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6.jpg"/><Relationship Id="rId6" Type="http://schemas.openxmlformats.org/officeDocument/2006/relationships/hyperlink" Target="videos/demo-admin-panel.mp4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image" Target="../media/image12.jpg"/><Relationship Id="rId6" Type="http://schemas.openxmlformats.org/officeDocument/2006/relationships/hyperlink" Target="videos/demo-sql-interview.mp4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image" Target="../media/image12.jpg"/><Relationship Id="rId6" Type="http://schemas.openxmlformats.org/officeDocument/2006/relationships/hyperlink" Target="videos/demo-sql-interview.mp4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-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2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-what-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2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-wh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2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-st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2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-adm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28000"/>
          </a:xfrm>
          <a:prstGeom prst="rect">
            <a:avLst/>
          </a:prstGeom>
        </p:spPr>
      </p:pic>
      <p:pic>
        <p:nvPicPr>
          <p:cNvPr id="3" name="admin-720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731000" y="2770187"/>
            <a:ext cx="5056187" cy="2841625"/>
          </a:xfrm>
          <a:prstGeom prst="rect">
            <a:avLst/>
          </a:prstGeom>
        </p:spPr>
      </p:pic>
      <p:sp>
        <p:nvSpPr>
          <p:cNvPr id="4" name="Rounded Rectangle 3">
            <a:hlinkClick r:id="rId6"/>
          </p:cNvPr>
          <p:cNvSpPr/>
          <p:nvPr/>
        </p:nvSpPr>
        <p:spPr>
          <a:xfrm>
            <a:off x="6953250" y="6969125"/>
            <a:ext cx="4127500" cy="4445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▶ Открыть в проигрывателе (весь экран)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3250" y="6683375"/>
            <a:ext cx="47625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Или: F5 → клик по видео (Play Full Screen).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 fullScrn="1"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ck-slide-05-admin.p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28000"/>
          </a:xfrm>
          <a:prstGeom prst="rect">
            <a:avLst/>
          </a:prstGeom>
        </p:spPr>
      </p:pic>
      <p:pic>
        <p:nvPicPr>
          <p:cNvPr id="3" name="admin-720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500" y="666750"/>
            <a:ext cx="12065000" cy="6786562"/>
          </a:xfrm>
          <a:prstGeom prst="rect">
            <a:avLst/>
          </a:prstGeom>
        </p:spPr>
      </p:pic>
      <p:sp>
        <p:nvSpPr>
          <p:cNvPr id="4" name="Rounded Rectangle 3">
            <a:hlinkClick r:id="rId6"/>
          </p:cNvPr>
          <p:cNvSpPr/>
          <p:nvPr/>
        </p:nvSpPr>
        <p:spPr>
          <a:xfrm>
            <a:off x="317500" y="7572375"/>
            <a:ext cx="3810000" cy="3810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▶ Открыть в проигрывателе Windows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 fullScrn="1"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-candid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2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-artifa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2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-capabiliti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2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-dem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28000"/>
          </a:xfrm>
          <a:prstGeom prst="rect">
            <a:avLst/>
          </a:prstGeom>
        </p:spPr>
      </p:pic>
      <p:pic>
        <p:nvPicPr>
          <p:cNvPr id="3" name="sql-720-sound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17750" y="2420937"/>
            <a:ext cx="7548562" cy="4246562"/>
          </a:xfrm>
          <a:prstGeom prst="rect">
            <a:avLst/>
          </a:prstGeom>
        </p:spPr>
      </p:pic>
      <p:sp>
        <p:nvSpPr>
          <p:cNvPr id="4" name="Rounded Rectangle 3">
            <a:hlinkClick r:id="rId6"/>
          </p:cNvPr>
          <p:cNvSpPr/>
          <p:nvPr/>
        </p:nvSpPr>
        <p:spPr>
          <a:xfrm>
            <a:off x="2540000" y="6294437"/>
            <a:ext cx="4127500" cy="4445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▶ Открыть в проигрывателе (весь экран)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40000" y="6008687"/>
            <a:ext cx="47625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Или: F5 → клик по видео (Play Full Screen).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 fullScrn="1"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ck-slide-05-admin.p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28000"/>
          </a:xfrm>
          <a:prstGeom prst="rect">
            <a:avLst/>
          </a:prstGeom>
        </p:spPr>
      </p:pic>
      <p:pic>
        <p:nvPicPr>
          <p:cNvPr id="3" name="sql-720-sound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500" y="666750"/>
            <a:ext cx="12065000" cy="6786562"/>
          </a:xfrm>
          <a:prstGeom prst="rect">
            <a:avLst/>
          </a:prstGeom>
        </p:spPr>
      </p:pic>
      <p:sp>
        <p:nvSpPr>
          <p:cNvPr id="4" name="Rounded Rectangle 3">
            <a:hlinkClick r:id="rId6"/>
          </p:cNvPr>
          <p:cNvSpPr/>
          <p:nvPr/>
        </p:nvSpPr>
        <p:spPr>
          <a:xfrm>
            <a:off x="317500" y="7572375"/>
            <a:ext cx="3810000" cy="3810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▶ Открыть в проигрывателе Windows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 fullScrn="1"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